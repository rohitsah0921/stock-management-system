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Management System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200400" y="1965960"/>
            <a:ext cx="2743200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965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Java + MySQL Desktop Application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2606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full-featured inventory &amp; billing system with real-time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tracking, sales management, and low stock alerts.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28800" y="3566160"/>
            <a:ext cx="54864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Submitted By: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Rohit Kumar Sah  (25SCSE2240329)        |        Pavan Kumar  (25SCSE2240160)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Prince Raj  (25SCSE2240144)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20140" y="4617720"/>
            <a:ext cx="1234440" cy="292608"/>
          </a:xfrm>
          <a:prstGeom prst="rect">
            <a:avLst/>
          </a:prstGeom>
          <a:solidFill>
            <a:srgbClr val="2D3F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20140" y="4617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Java Swing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37460" y="4617720"/>
            <a:ext cx="1234440" cy="292608"/>
          </a:xfrm>
          <a:prstGeom prst="rect">
            <a:avLst/>
          </a:prstGeom>
          <a:solidFill>
            <a:srgbClr val="2D3F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7460" y="4617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MySQL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54780" y="4617720"/>
            <a:ext cx="1234440" cy="292608"/>
          </a:xfrm>
          <a:prstGeom prst="rect">
            <a:avLst/>
          </a:prstGeom>
          <a:solidFill>
            <a:srgbClr val="2D3F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54780" y="4617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JDBC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72100" y="4617720"/>
            <a:ext cx="1234440" cy="292608"/>
          </a:xfrm>
          <a:prstGeom prst="rect">
            <a:avLst/>
          </a:prstGeom>
          <a:solidFill>
            <a:srgbClr val="2D3F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72100" y="4617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NetBeans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89420" y="4617720"/>
            <a:ext cx="1234440" cy="292608"/>
          </a:xfrm>
          <a:prstGeom prst="rect">
            <a:avLst/>
          </a:prstGeom>
          <a:solidFill>
            <a:srgbClr val="2D3F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9420" y="4617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XAMPP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1148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05840"/>
            <a:ext cx="502920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06070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Project Overview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399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Goals, scope, and problem statement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41148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65960"/>
            <a:ext cx="502920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659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02082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System Architecture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3591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Layered design: UI, DAO, Model, DB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1148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26080"/>
            <a:ext cx="502920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260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298094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Technologies Used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3192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Java, MySQL, JDBC, Swing, NetBeans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886200"/>
            <a:ext cx="41148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886200"/>
            <a:ext cx="502920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8862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394106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2793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CRUD, Sales, Purchase, Alerts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005840"/>
            <a:ext cx="41148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005840"/>
            <a:ext cx="502920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0058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49240" y="106070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Application Screenshots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139903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Live UI walkthrough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1965960"/>
            <a:ext cx="41148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965960"/>
            <a:ext cx="502920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9659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49240" y="202082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Database Design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23591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Tables: products, sales, purchases, users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2926080"/>
            <a:ext cx="41148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926080"/>
            <a:ext cx="502920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9260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07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49240" y="298094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49240" y="33192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Summary and future scope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393192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Manual stock tracking leads to errors, overstocking, stockouts, and no visibility into sales trends.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005840"/>
            <a:ext cx="3931920" cy="11430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05840"/>
            <a:ext cx="3931920" cy="3474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OUR SOLUTION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 desktop app to manage inventory, record sales &amp; purchases, and alert on low stock — all in real time.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3317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Project Objectives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0040" y="2743200"/>
            <a:ext cx="41148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743200"/>
            <a:ext cx="54864" cy="5303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7889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Digitize stock entry and management to eliminate manual errors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383280"/>
            <a:ext cx="41148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383280"/>
            <a:ext cx="54864" cy="5303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4290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Track all sales and purchase transactions with timestamps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4023360"/>
            <a:ext cx="41148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4023360"/>
            <a:ext cx="54864" cy="5303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40690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Auto-deduct stock on sale; auto-add on purchase via DB transactions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2743200"/>
            <a:ext cx="41148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2743200"/>
            <a:ext cx="54864" cy="5303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7889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Alert staff when any product falls below safe stock level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9160" y="3383280"/>
            <a:ext cx="41148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3383280"/>
            <a:ext cx="54864" cy="5303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4290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Secure role-based login system for admin and staff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9160" y="4023360"/>
            <a:ext cx="411480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4023360"/>
            <a:ext cx="54864" cy="5303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40690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Generate real-time dashboard showing inventory value and revenue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0" y="960120"/>
            <a:ext cx="64008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960120"/>
            <a:ext cx="2103120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96012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PRESENTATION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66160" y="109728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Java Swing UI (LoginFrame, MainFrame, DashboardPanel, ProductPanel...)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709928"/>
            <a:ext cx="0" cy="1645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901952"/>
            <a:ext cx="64008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71600" y="1901952"/>
            <a:ext cx="2103120" cy="74980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901952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DATA ACCESS LAYER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203911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DAOs — ProductDAO, SaleDAO, PurchaseDAO, UserDAO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651760"/>
            <a:ext cx="0" cy="1645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2843784"/>
            <a:ext cx="64008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371600" y="2843784"/>
            <a:ext cx="2103120" cy="7498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2843784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MODEL LAYER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2980944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POJOs — Product, Sale, Purchase (getters/setters/toString)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3593592"/>
            <a:ext cx="0" cy="164592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3785616"/>
            <a:ext cx="640080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371600" y="3785616"/>
            <a:ext cx="2103120" cy="7498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3785616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DATABASE LAYER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66160" y="3922776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MySQL via JDBC — tables: products, sales, purchases, users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960120"/>
            <a:ext cx="96012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3774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16 Java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Files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09560" y="960120"/>
            <a:ext cx="960120" cy="3749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09560" y="2377440"/>
            <a:ext cx="960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4 DB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Tables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</a:rPr>
              <a:t>Technologies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4114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Java (JDK 17+)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Core Language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Object-oriented logic, GUI, event handling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74320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2743200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Java Swing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481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UI Framework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JFrame, JPanel, JTable, JButton, JComboBox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005840"/>
            <a:ext cx="274320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005840"/>
            <a:ext cx="2743200" cy="411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MySQL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14813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Database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8288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Stores products, users, sales, purchases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788920"/>
            <a:ext cx="274320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788920"/>
            <a:ext cx="2743200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JDBC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2644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DB Connectivity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611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PreparedStatement, ResultSet, transactions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46120" y="2788920"/>
            <a:ext cx="274320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788920"/>
            <a:ext cx="2743200" cy="411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4612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NetBeans IDE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37560" y="32644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Development Tool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611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Build, debug, and run the project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2788920"/>
            <a:ext cx="2743200" cy="157276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2788920"/>
            <a:ext cx="2743200" cy="4114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XAMPP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63640" y="32644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Local Server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3611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MySQL + phpMyAdmin on localhost:3306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</a:rPr>
              <a:t>Key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20116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60120"/>
            <a:ext cx="201168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Secure Login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Username/password auth with role-based access (admin / staff)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77440" y="960120"/>
            <a:ext cx="20116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377440" y="960120"/>
            <a:ext cx="201168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097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Live Dashboard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6888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Real-time stats: total products, inventory value, revenue, low-stock count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20116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960120"/>
            <a:ext cx="201168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097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</a:rPr>
              <a:t>Product CRUD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Add, edit, delete, search products with category, batch, expiry tracking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960120"/>
            <a:ext cx="20116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960120"/>
            <a:ext cx="20116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0972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Sales Module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14630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Record sale → auto-deducts stock via atomic DB transaction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" y="2880360"/>
            <a:ext cx="20116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2880360"/>
            <a:ext cx="201168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</a:rPr>
              <a:t>Purchase Module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7432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Record restock → auto-adds quantity to inventory atomically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77440" y="2880360"/>
            <a:ext cx="20116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377440" y="2880360"/>
            <a:ext cx="2011680" cy="54864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</a:rPr>
              <a:t>Low Stock Alerts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46888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Color-coded alerts: red (out of stock), amber (critically low)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2880360"/>
            <a:ext cx="20116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2880360"/>
            <a:ext cx="2011680" cy="54864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Transaction History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6344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Full sales &amp; purchase history with date, product, quantity, totals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766560" y="2880360"/>
            <a:ext cx="2011680" cy="16916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66560" y="2880360"/>
            <a:ext cx="201168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30175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Auto DB Setup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858000" y="3383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DBInit creates all 4 tables on first run — no manual SQL import needed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</a:rPr>
              <a:t>Application UI  —  Login &amp;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657600" cy="3840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365760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Stock Management System — Login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3108960" cy="30632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916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StockMS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Stock Management System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4871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Username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706624"/>
            <a:ext cx="28346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734056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admin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0632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Password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282696"/>
            <a:ext cx="28346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3101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••••••••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703320"/>
            <a:ext cx="2834640" cy="3383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03320"/>
            <a:ext cx="28346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Login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114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Default: admin / admin123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914400"/>
            <a:ext cx="4251960" cy="384048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914400"/>
            <a:ext cx="1005840" cy="384048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1051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StockMS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0" y="1417320"/>
            <a:ext cx="10058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1463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</a:rPr>
              <a:t>Dashboard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17720" y="1892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Products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17720" y="23225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New Sale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17720" y="27523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Purchase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17720" y="31821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Sales Hist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17720" y="36118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Low Stock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669280" y="1097280"/>
            <a:ext cx="14173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0" y="1097280"/>
            <a:ext cx="54864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79008" y="11887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779008" y="15727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Products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42048" y="1097280"/>
            <a:ext cx="14173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42048" y="1097280"/>
            <a:ext cx="54864" cy="7498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51776" y="11887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</a:rPr>
              <a:t>₹30,425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351776" y="15727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Inv. Value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669280" y="2011680"/>
            <a:ext cx="14173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0" y="2011680"/>
            <a:ext cx="54864" cy="7498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79008" y="21031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₹12,600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779008" y="24871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Revenue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242048" y="2011680"/>
            <a:ext cx="1417320" cy="7498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42048" y="2011680"/>
            <a:ext cx="54864" cy="74980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51776" y="210312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</a:rPr>
              <a:t>1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351776" y="248716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Low Stock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669280" y="2971800"/>
            <a:ext cx="306324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15000" y="299923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ID   |   Name   |   Qty   |   Alert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5669280" y="3273552"/>
            <a:ext cx="3063240" cy="246888"/>
          </a:xfrm>
          <a:prstGeom prst="rect">
            <a:avLst/>
          </a:prstGeom>
          <a:solidFill>
            <a:srgbClr val="2D1B1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15000" y="3310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</a:rPr>
              <a:t>P005  |  Hand Sanitizer  |  8  |  10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669280" y="278892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1F5F9"/>
                </a:solidFill>
              </a:rPr>
              <a:t>Low Stock Alerts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0" y="4407408"/>
            <a:ext cx="100584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0" y="4434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7171"/>
                </a:solidFill>
              </a:rPr>
              <a:t>Logout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20040" y="48280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Login Screen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572000" y="482803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Dashboard View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</a:rPr>
              <a:t>Application UI  —  Products &amp; New Sale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5394960" cy="3931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Products / Inventory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29000" y="1005840"/>
            <a:ext cx="109728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10332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Search...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73152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0332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Search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417320"/>
            <a:ext cx="3337560" cy="29260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44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ID    Name    Category    Qty    Price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28600" y="1709928"/>
            <a:ext cx="333756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737360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</a:rPr>
              <a:t>P001  Paracetamol 500mg  Medicine  200  ₹5.50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" y="2002536"/>
            <a:ext cx="3337560" cy="274320"/>
          </a:xfrm>
          <a:prstGeom prst="rect">
            <a:avLst/>
          </a:prstGeom>
          <a:solidFill>
            <a:srgbClr val="1620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029968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</a:rPr>
              <a:t>P002  Vitamin C Tablets  Supplement  150  ₹12.00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8600" y="2295144"/>
            <a:ext cx="333756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2257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</a:rPr>
              <a:t>P003  Basmati Rice 5kg  Grocery  80  ₹320.00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28600" y="2587752"/>
            <a:ext cx="3337560" cy="274320"/>
          </a:xfrm>
          <a:prstGeom prst="rect">
            <a:avLst/>
          </a:prstGeom>
          <a:solidFill>
            <a:srgbClr val="16202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615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1F5F9"/>
                </a:solidFill>
              </a:rPr>
              <a:t>P004  Sunflower Oil 1L  Grocery  60  ₹180.00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28600" y="2880360"/>
            <a:ext cx="333756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907792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87171"/>
                </a:solidFill>
              </a:rPr>
              <a:t>P005  Hand Sanitizer  Hygiene  8  ₹75.00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11880" y="1417320"/>
            <a:ext cx="182880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3320" y="1508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</a:rPr>
              <a:t>Product Details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03320" y="187452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Product ID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703320" y="2057400"/>
            <a:ext cx="155448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22768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Name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703320" y="2459736"/>
            <a:ext cx="155448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2679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Category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703320" y="2862072"/>
            <a:ext cx="155448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3320" y="3081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Quantity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703320" y="3264408"/>
            <a:ext cx="155448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03320" y="348386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Unit Price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703320" y="3666744"/>
            <a:ext cx="155448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388620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Supplier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703320" y="4069080"/>
            <a:ext cx="1554480" cy="1828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03320" y="4343400"/>
            <a:ext cx="713232" cy="2560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03320" y="43434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Add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80560" y="4343400"/>
            <a:ext cx="713232" cy="2560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80560" y="434340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Update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28600" y="489204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Products Panel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806440" y="914400"/>
            <a:ext cx="310896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943600" y="1051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</a:rPr>
              <a:t>New Sale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943600" y="15087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Product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43600" y="1737360"/>
            <a:ext cx="27432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07608" y="176479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P003 — Basmati Rice 5kg (Stock: 80)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943600" y="20756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Unit Price (₹)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943600" y="2304288"/>
            <a:ext cx="27432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07608" y="233172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320.00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943600" y="26426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Quantity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943600" y="2871216"/>
            <a:ext cx="27432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07608" y="289864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943600" y="32095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Total (₹)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943600" y="3438144"/>
            <a:ext cx="27432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007608" y="346557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640.00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943600" y="37764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Customer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5943600" y="4005072"/>
            <a:ext cx="274320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007608" y="403250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Walk-in Customer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943600" y="4370832"/>
            <a:ext cx="2743200" cy="3383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43600" y="4370832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OK Confirm Sale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806440" y="4892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New Sale Panel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</a:rPr>
              <a:t>Database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6245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 xml:space="preserve">  user_id (INT, PK, AI)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5819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 xml:space="preserve">  username (VARCHAR 50, UNIQUE)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80136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 xml:space="preserve">  password (VARCHAR 100)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0208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 xml:space="preserve">  role (VARCHAR 20)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 xml:space="preserve">  created_at (TIMESTAMP)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16052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60120"/>
            <a:ext cx="4160520" cy="34747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9601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PRODUCTS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36245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 xml:space="preserve">  product_id (VARCHAR 20, PK)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5819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 xml:space="preserve">  name, category (VARCHAR)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80136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 xml:space="preserve">  quantity (INT)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02082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 xml:space="preserve">  unit_price (DOUBLE)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24028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 xml:space="preserve">  supplier, mfg_date, exp_date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45973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 xml:space="preserve">  batch_no, low_stock_alert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953512"/>
            <a:ext cx="416052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953512"/>
            <a:ext cx="4160520" cy="34747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95351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SALES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3558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 xml:space="preserve">  sale_id (INT, PK, AI)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5753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 xml:space="preserve">  product_id, product_name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7947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 xml:space="preserve">  quantity, unit_price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01421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 xml:space="preserve">  total_price (DOUBLE)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2336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 xml:space="preserve">  customer (VARCHAR)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45312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 xml:space="preserve">  sale_date (TIMESTAMP)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953512"/>
            <a:ext cx="4160520" cy="17830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953512"/>
            <a:ext cx="4160520" cy="34747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295351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PURCHASES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46320" y="33558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 xml:space="preserve">  purchase_id (INT, PK, AI)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357530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 xml:space="preserve">  product_id, product_name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37947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 xml:space="preserve">  quantity, unit_cost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401421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 xml:space="preserve">  total_cost (DOUBLE)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42336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 xml:space="preserve">  supplier (VARCHAR)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46320" y="445312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 xml:space="preserve">  purchase_date (TIMESTAMP)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1C3A1C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6817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</a:rPr>
              <a:t>All tables are auto-created by DBInit.java on first application launch — no manual SQL import needed.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1F5F9"/>
                </a:solidFill>
              </a:rPr>
              <a:t>Conclusion &amp; Future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What We Built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605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71600"/>
            <a:ext cx="54864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Full Java Swing desktop application with MySQL backend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856232"/>
            <a:ext cx="41605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856232"/>
            <a:ext cx="54864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9019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16 Java source files across 4 packages (ui, db, model, utils)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340864"/>
            <a:ext cx="41605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340864"/>
            <a:ext cx="54864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3865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Secure login, CRUD products, sales, purchases, alerts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825496"/>
            <a:ext cx="41605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825496"/>
            <a:ext cx="54864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8712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Atomic DB transactions — no partial data on failure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310128"/>
            <a:ext cx="41605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310128"/>
            <a:ext cx="54864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3558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Auto table creation on first run (DBInit.java)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794760"/>
            <a:ext cx="41605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794760"/>
            <a:ext cx="54864" cy="4114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840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Professional dark-themed responsive UI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960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</a:rPr>
              <a:t>Future Scope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63440" y="1371600"/>
            <a:ext cx="41605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1371600"/>
            <a:ext cx="54864" cy="4114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PDF invoice/bill generation per sale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1856232"/>
            <a:ext cx="41605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1856232"/>
            <a:ext cx="54864" cy="4114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19019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Barcode scanner integration for faster stock entry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340864"/>
            <a:ext cx="41605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340864"/>
            <a:ext cx="54864" cy="4114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23865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Export reports to Excel (.xlsx) format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2825496"/>
            <a:ext cx="41605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825496"/>
            <a:ext cx="54864" cy="4114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18888" y="28712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Multi-user with network support (LAN)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663440" y="3310128"/>
            <a:ext cx="41605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63440" y="3310128"/>
            <a:ext cx="54864" cy="4114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33558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Web version using Java Spring Boot + React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63440" y="3794760"/>
            <a:ext cx="4160520" cy="411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3794760"/>
            <a:ext cx="54864" cy="4114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3840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Email/SMS alerts for critical low stock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371600" y="4315968"/>
            <a:ext cx="64008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371600" y="4315968"/>
            <a:ext cx="73152" cy="685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8800" y="4370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Thank You!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828800" y="466344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Rohit Kumar Sah (25SCSE2240329)  |  Pavan Kumar (25SCSE2240160)  |  Prince Raj (25SCSE2240144)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 Management System</dc:title>
  <dc:subject>PptxGenJS Presentation</dc:subject>
  <dc:creator>Rohit Kumar Sah &amp; Pavan Kumar</dc:creator>
  <cp:lastModifiedBy>Rohit Kumar Sah &amp; Pavan Kumar</cp:lastModifiedBy>
  <cp:revision>1</cp:revision>
  <dcterms:created xsi:type="dcterms:W3CDTF">2026-06-07T19:35:31Z</dcterms:created>
  <dcterms:modified xsi:type="dcterms:W3CDTF">2026-06-07T19:35:31Z</dcterms:modified>
</cp:coreProperties>
</file>